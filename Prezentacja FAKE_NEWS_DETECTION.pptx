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e71205d68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e71205d68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e71205d6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e71205d6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e71205d68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e71205d68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2e71205d68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2e71205d68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73341e74f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73341e74f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32f487ba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32f487ba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e71205d68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2e71205d68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373341e74f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373341e74f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373341e74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373341e74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e71205d68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e71205d68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ohammadaflahkhan/fake-news-dataset-combined-different-sourc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Projekt Fake News Detection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Mateusz Andryszak, Jakub Rymarski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Problem - Fake News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Dlaczego rozpoznawanie fałszywych wiadomości w internecie jest ważne?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40% treści w internecie tworzą boty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4,5 miliarda ludzi korzysta z internetu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kłamstwo i manipulacja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biznes, polityka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Zbiór danych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70000 newsów, z czego 40 % prawdziwych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tematyka polityczna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język angielski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15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https://www.kaggle.com/datasets/mohammadaflahkhan/fake-news-dataset-combined-different-sources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/>
              <a:t>Jakie słowa występowały w Real i Fake Newsach?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l" dirty="0"/>
              <a:t>Real				         Fake													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pl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l" dirty="0"/>
              <a:t>Fake</a:t>
            </a:r>
            <a:endParaRPr dirty="0"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19900"/>
            <a:ext cx="4075825" cy="20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19910"/>
            <a:ext cx="3859301" cy="1955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18315A-73CA-E0C4-2DCE-757B0AE23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Przykład słów, które </a:t>
            </a:r>
            <a:r>
              <a:rPr lang="pl-PL"/>
              <a:t>mają największe </a:t>
            </a:r>
            <a:r>
              <a:rPr lang="pl-PL" dirty="0"/>
              <a:t>współczynniki w modelu regresji logistycznej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F5DCF7A-2007-4A52-8341-70270CB3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3D2FE58-DFC4-1B4F-3499-10CCAE67D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882" y="1690519"/>
            <a:ext cx="3001023" cy="247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6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Preprocessing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2704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 sz="2214" dirty="0"/>
              <a:t>tytuł a tekst</a:t>
            </a:r>
            <a:endParaRPr sz="2214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008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58" dirty="0"/>
              <a:t>znaki zapytania, wykrzykniki, linki, liczba słów</a:t>
            </a:r>
            <a:endParaRPr sz="2058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58" dirty="0"/>
          </a:p>
          <a:p>
            <a:pPr marL="457200" lvl="0" indent="-32008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58" dirty="0"/>
              <a:t>czyszczenie tekstu</a:t>
            </a:r>
            <a:endParaRPr sz="2058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008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58" dirty="0"/>
              <a:t>lematyzacja, stopwords, sentyment</a:t>
            </a:r>
            <a:endParaRPr sz="2058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008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58" dirty="0"/>
              <a:t>wektoryzacja</a:t>
            </a:r>
            <a:endParaRPr sz="205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Korelacja</a:t>
            </a: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825" y="1229875"/>
            <a:ext cx="7892349" cy="23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482000" y="1945475"/>
            <a:ext cx="200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900" b="1">
                <a:latin typeface="Roboto"/>
                <a:ea typeface="Roboto"/>
                <a:cs typeface="Roboto"/>
                <a:sym typeface="Roboto"/>
              </a:rPr>
              <a:t>e</a:t>
            </a:r>
            <a:endParaRPr sz="9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13457"/>
          <a:stretch/>
        </p:blipFill>
        <p:spPr>
          <a:xfrm>
            <a:off x="599850" y="286825"/>
            <a:ext cx="8039000" cy="3913225"/>
          </a:xfrm>
          <a:prstGeom prst="flowChartOffpageConnector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Metody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Logistic regression, Neural network, Decision tree, Gradient Boosting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Ponad 95% skuteczności 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ROC curve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398" y="1015550"/>
            <a:ext cx="4603200" cy="3507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F583D5-7C5E-5044-F594-72ACA468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Wynik modelu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F7093DB-039E-CDE2-B6B6-17559A87F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Skuteczność na poziome 96 procent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BC7B3AD-266B-BF42-EC08-3F1883F2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31" y="1962516"/>
            <a:ext cx="4077269" cy="1438476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E77593B3-7A96-9312-537B-597DF1547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297" y="1274832"/>
            <a:ext cx="3896269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38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Podsumowanie</a:t>
            </a:r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zbiór okazał się prosty do analizy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wykorzystane przez nas metody okazały się pomocne i trafne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l"/>
              <a:t>model oparty tylko na wektoryzacji (TF-IDF)  jest bardzo dobry, aczkolwiek udało nam się go minimalnie polepszyć, dzięki odpowiedniemu preprocessingowi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Dziękujemy za uwagę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200</Words>
  <Application>Microsoft Office PowerPoint</Application>
  <PresentationFormat>Pokaz na ekranie (16:9)</PresentationFormat>
  <Paragraphs>50</Paragraphs>
  <Slides>13</Slides>
  <Notes>11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6" baseType="lpstr">
      <vt:lpstr>Arial</vt:lpstr>
      <vt:lpstr>Roboto</vt:lpstr>
      <vt:lpstr>Geometric</vt:lpstr>
      <vt:lpstr>Projekt Fake News Detection</vt:lpstr>
      <vt:lpstr>Problem - Fake News</vt:lpstr>
      <vt:lpstr>Zbiór danych</vt:lpstr>
      <vt:lpstr>Jakie słowa występowały w Real i Fake Newsach?</vt:lpstr>
      <vt:lpstr>Przykład słów, które mają największe współczynniki w modelu regresji logistycznej</vt:lpstr>
      <vt:lpstr>Preprocessing</vt:lpstr>
      <vt:lpstr>Korelacja</vt:lpstr>
      <vt:lpstr>Prezentacja programu PowerPoint</vt:lpstr>
      <vt:lpstr>Metody</vt:lpstr>
      <vt:lpstr>ROC curve</vt:lpstr>
      <vt:lpstr>Wynik modelu</vt:lpstr>
      <vt:lpstr>Podsumowanie</vt:lpstr>
      <vt:lpstr>Dziękujemy za uwagę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Fake News Detection</dc:title>
  <dc:creator>Kuba</dc:creator>
  <cp:lastModifiedBy>Jakub Rymarski</cp:lastModifiedBy>
  <cp:revision>5</cp:revision>
  <dcterms:modified xsi:type="dcterms:W3CDTF">2023-04-27T19:15:44Z</dcterms:modified>
</cp:coreProperties>
</file>